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DDC6-52B6-61B5-64B9-C2246A713C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3A460F-FB81-0DD3-548D-68AEF00229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75523-7830-015D-A3F7-78157026B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67F01-1762-4566-A0F2-FC3CDB0D90BC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2D3F4-2E62-2154-E132-1A15F8720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0BD88-A286-FBFA-D70C-C96D48017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6F0B6-AD52-4563-980B-5B115284B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257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0C5A9-4F03-8E5A-ED46-022EFF32A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227D8-2869-522C-B747-3DF0D3666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CE5F8-88B6-E703-5FAE-2A355AD21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67F01-1762-4566-A0F2-FC3CDB0D90BC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27E6A-E65E-8A41-1783-411DE8E39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32ECE-C62C-9C8C-05E2-4A5390872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6F0B6-AD52-4563-980B-5B115284B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052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832CC-5A24-8655-AEE6-058EC495C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547ECA-8990-D9F3-FE2C-DAC7204F7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C42E1-007D-A6F3-77A9-DBCFFE570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67F01-1762-4566-A0F2-FC3CDB0D90BC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151AC-BFBA-1D6D-BBFF-5FE7C2FF2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DA51D-F65C-516D-ABB8-98709CDEB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6F0B6-AD52-4563-980B-5B115284B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4090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29877-F995-841F-B9DC-D8687AD9B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64AAD-50E5-DEB2-FB58-B9896EF93D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1B0BDE-94E2-EA18-A50C-7987806266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942374-BB66-8528-99FA-DAD05AE0D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67F01-1762-4566-A0F2-FC3CDB0D90BC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6C0C64-8294-3D53-83B0-83DCC694B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FBE3EC-9F4D-CD0F-24F9-147EED6BD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6F0B6-AD52-4563-980B-5B115284B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637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EDAE9-2B57-CB8E-49DA-C45373AB7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C07E7-6CF6-00BA-AB7F-F1E969311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9908ED-C60F-3C29-131E-F4548123B4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B748D9-9CD2-A59F-8D71-35DBD3F206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4AFDE6-8AFB-D605-E116-5766B8DAB6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CE4368-20B1-CE25-8D7B-41AA3B7C6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67F01-1762-4566-A0F2-FC3CDB0D90BC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4B4AC0-62A8-2B45-1B90-4029EDE0E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E823AC-4DD1-2B07-2DA4-EBA8731D6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6F0B6-AD52-4563-980B-5B115284B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6914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2202-9BBC-4476-5669-FFE461166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3C65D9-98EE-F109-DB3B-8D83C8C36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67F01-1762-4566-A0F2-FC3CDB0D90BC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1541C9-0BF1-2E49-37F8-883209E82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7C9388-827E-FF4B-793F-3CF7A90B5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6F0B6-AD52-4563-980B-5B115284B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360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6A0011-FE4B-FAE7-A6A6-6111C0A5E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67F01-1762-4566-A0F2-FC3CDB0D90BC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4A46DA-A6CD-9725-F2A1-18C74186E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0E12E4-BE67-724E-2C59-1FE784033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6F0B6-AD52-4563-980B-5B115284B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4392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96FB6-7415-66F6-011D-DE9CE4551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04D8B-BF31-A92B-9B87-26D98B577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470587-0AE2-68B8-4ED9-577ED943AE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978BFD-7482-23AF-1822-D8224CCAD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67F01-1762-4566-A0F2-FC3CDB0D90BC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1F7451-5D06-4A50-5A5D-1C8495C7A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AE8635-7927-58AF-F4F7-278244FBF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6F0B6-AD52-4563-980B-5B115284B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264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C58E4-C8D5-1391-B81C-0A3C52792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5D6256-7580-E555-447D-2D319CE557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78017F-A31C-BDA1-2D17-47EE9A113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65D0BE-4162-12D0-1F67-63A71113E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67F01-1762-4566-A0F2-FC3CDB0D90BC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18EB1C-C24E-8BF4-C9A5-91799EC75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1E864B-6BE8-5CC8-FD05-60A40A681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6F0B6-AD52-4563-980B-5B115284B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89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5821F-4D10-4CF7-F9C0-72379672E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DF484E-8D4B-CB79-B6E3-0DE8D37349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0CF0B-9DB3-4804-5061-275DBC0F1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67F01-1762-4566-A0F2-FC3CDB0D90BC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3A5BE-1C2F-29BD-FFE6-7DB243CDA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28CF3-42B0-4FC0-1865-0B1679C85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6F0B6-AD52-4563-980B-5B115284B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813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C7C8D0-F591-CEB7-52AC-8F1A418F8E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FFE381-2048-1DAB-88BF-85064E1824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EE5A3-4937-5317-D6B9-D8C35B93B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67F01-1762-4566-A0F2-FC3CDB0D90BC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D55CE-2187-28FA-03BF-BEB358873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D6A08-1755-A83D-4E5F-D94D38839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6F0B6-AD52-4563-980B-5B115284B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0625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0D7542-8F60-060B-93C6-15B693AE3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03F33-0A46-4C09-6CAB-0F0F362A9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1427C-71C9-C1F0-F4A3-A3C813B310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867F01-1762-4566-A0F2-FC3CDB0D90BC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1B961-B150-9CEE-87EC-FF13B1C38C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8575F-50BC-835F-C13C-E32E98EC81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26F0B6-AD52-4563-980B-5B115284B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280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35A113-6FD8-3ABD-9CB7-44AF3334E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297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37FDB3-93E4-7CEE-B4A8-7A785C1B8E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7483"/>
            <a:ext cx="12192000" cy="7005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386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91F76D-FCEA-0512-11AE-3B6ED23AEC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1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1A2962-EAB3-D713-5F02-C5E1EAECBF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5639"/>
            <a:ext cx="12192000" cy="7113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374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954B9F-6968-F5C8-8022-C2C167DD04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812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7AF620-35F5-527F-5B8C-9CE1722835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37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3B5AA2-AF60-DB4A-F387-57A27785EE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577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B4CB4D-0351-4506-088A-99338C7482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04569"/>
            <a:ext cx="12192000" cy="786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493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Jasmita Rachaneni</dc:creator>
  <cp:lastModifiedBy>Jasmita Rachaneni</cp:lastModifiedBy>
  <cp:revision>1</cp:revision>
  <dcterms:created xsi:type="dcterms:W3CDTF">2026-09-21T13:42:27Z</dcterms:created>
  <dcterms:modified xsi:type="dcterms:W3CDTF">2026-09-21T13:42:41Z</dcterms:modified>
</cp:coreProperties>
</file>